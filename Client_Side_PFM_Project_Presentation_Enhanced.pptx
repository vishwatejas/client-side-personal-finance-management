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1" r:id="rId12"/>
    <p:sldId id="272" r:id="rId13"/>
    <p:sldId id="273" r:id="rId14"/>
    <p:sldId id="274" r:id="rId15"/>
    <p:sldId id="275" r:id="rId16"/>
    <p:sldId id="266" r:id="rId17"/>
    <p:sldId id="267" r:id="rId18"/>
    <p:sldId id="268" r:id="rId19"/>
    <p:sldId id="269" r:id="rId20"/>
    <p:sldId id="276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0507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project and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436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292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938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023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06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421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702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575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43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420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7534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7912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1146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5650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7426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8923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718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374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  <p:sldLayoutId id="2147483733" r:id="rId15"/>
    <p:sldLayoutId id="2147483734" r:id="rId16"/>
    <p:sldLayoutId id="214748373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1449755"/>
            <a:ext cx="5917679" cy="2550877"/>
          </a:xfrm>
        </p:spPr>
        <p:txBody>
          <a:bodyPr>
            <a:normAutofit fontScale="90000"/>
          </a:bodyPr>
          <a:lstStyle/>
          <a:p>
            <a:r>
              <a:rPr dirty="0"/>
              <a:t>Client-Side Personal Finance Management (PFM) Web Application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257368"/>
            <a:ext cx="7196012" cy="197628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MTECH CSE</a:t>
            </a:r>
          </a:p>
          <a:p>
            <a:r>
              <a:rPr lang="en-US" dirty="0">
                <a:solidFill>
                  <a:schemeClr val="bg1"/>
                </a:solidFill>
              </a:rPr>
              <a:t>25CS5102- </a:t>
            </a:r>
            <a:r>
              <a:rPr dirty="0">
                <a:solidFill>
                  <a:schemeClr val="bg1"/>
                </a:solidFill>
              </a:rPr>
              <a:t>Frontend Development Project</a:t>
            </a:r>
          </a:p>
          <a:p>
            <a:r>
              <a:rPr dirty="0">
                <a:solidFill>
                  <a:schemeClr val="bg1"/>
                </a:solidFill>
              </a:rPr>
              <a:t>Academic Year 2024–2025</a:t>
            </a:r>
          </a:p>
          <a:p>
            <a:r>
              <a:rPr dirty="0">
                <a:solidFill>
                  <a:schemeClr val="bg1"/>
                </a:solidFill>
              </a:rPr>
              <a:t>Vishwa Teja </a:t>
            </a:r>
            <a:r>
              <a:rPr lang="en-US" dirty="0">
                <a:solidFill>
                  <a:schemeClr val="bg1"/>
                </a:solidFill>
              </a:rPr>
              <a:t>(2501050050)</a:t>
            </a:r>
            <a:r>
              <a:rPr dirty="0">
                <a:solidFill>
                  <a:schemeClr val="bg1"/>
                </a:solidFill>
              </a:rPr>
              <a:t>| SivaGanesh EDE</a:t>
            </a:r>
            <a:r>
              <a:rPr lang="en-US" dirty="0">
                <a:solidFill>
                  <a:schemeClr val="bg1"/>
                </a:solidFill>
              </a:rPr>
              <a:t>(2501050079)</a:t>
            </a:r>
          </a:p>
          <a:p>
            <a:r>
              <a:rPr lang="en-US" dirty="0">
                <a:solidFill>
                  <a:schemeClr val="bg1"/>
                </a:solidFill>
              </a:rPr>
              <a:t>Tutor: Chaitanya Krishna B</a:t>
            </a: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Client-side personal finance management web application</a:t>
            </a:r>
          </a:p>
          <a:p>
            <a:r>
              <a:rPr dirty="0"/>
              <a:t>Designed for students and young adults</a:t>
            </a:r>
          </a:p>
          <a:p>
            <a:r>
              <a:rPr dirty="0"/>
              <a:t>Offline-capable using browser </a:t>
            </a:r>
            <a:r>
              <a:rPr dirty="0" err="1"/>
              <a:t>localStorage</a:t>
            </a:r>
            <a:endParaRPr dirty="0"/>
          </a:p>
          <a:p>
            <a:r>
              <a:rPr dirty="0"/>
              <a:t>No backend or cloud dependency</a:t>
            </a:r>
          </a:p>
          <a:p>
            <a:r>
              <a:rPr dirty="0"/>
              <a:t>Charts for expense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Managing finances is challenging for students</a:t>
            </a:r>
          </a:p>
          <a:p>
            <a:r>
              <a:t>Existing tools are complex and internet dependent</a:t>
            </a:r>
          </a:p>
          <a:p>
            <a:r>
              <a:t>Privacy concerns with cloud-based apps</a:t>
            </a:r>
          </a:p>
          <a:p>
            <a:r>
              <a:t>Need for a simple and secure solution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 an intuitive finance tracker</a:t>
            </a:r>
          </a:p>
          <a:p>
            <a:r>
              <a:t>Track expenses and budgets in real time</a:t>
            </a:r>
          </a:p>
          <a:p>
            <a:r>
              <a:t>Visualize spending patterns</a:t>
            </a:r>
          </a:p>
          <a:p>
            <a:r>
              <a:t>Ensure offline access and privacy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Client-side web architecture</a:t>
            </a:r>
          </a:p>
          <a:p>
            <a:r>
              <a:t>HTML, CSS, JavaScript</a:t>
            </a:r>
          </a:p>
          <a:p>
            <a:r>
              <a:t>localStorage for data persistence</a:t>
            </a:r>
          </a:p>
          <a:p>
            <a:r>
              <a:t>Chart.js for visualization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5A54E4-3957-B371-1345-C4C179B3CC2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409" y="2239074"/>
            <a:ext cx="8183182" cy="36918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Existing System &amp; Disadvantages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or cloud-based tracking</a:t>
            </a:r>
          </a:p>
          <a:p>
            <a:r>
              <a:t>Internet dependency</a:t>
            </a:r>
          </a:p>
          <a:p>
            <a:r>
              <a:t>Privacy risks</a:t>
            </a:r>
          </a:p>
          <a:p>
            <a:r>
              <a:t>Complex user interfaces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Fully client-side application</a:t>
            </a:r>
          </a:p>
          <a:p>
            <a:r>
              <a:rPr lang="en-US" dirty="0"/>
              <a:t>Offline and privacy focused</a:t>
            </a:r>
          </a:p>
          <a:p>
            <a:r>
              <a:rPr lang="en-US" dirty="0"/>
              <a:t>Real-time calculations</a:t>
            </a:r>
          </a:p>
          <a:p>
            <a:r>
              <a:rPr lang="en-US" dirty="0"/>
              <a:t>Simple UI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Dashboard</a:t>
            </a:r>
          </a:p>
          <a:p>
            <a:r>
              <a:t>Analytics Page</a:t>
            </a:r>
          </a:p>
          <a:p>
            <a:r>
              <a:t>Charts Page</a:t>
            </a:r>
          </a:p>
          <a:p>
            <a:r>
              <a:t>Summary Page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Application </a:t>
            </a:r>
            <a:r>
              <a:rPr dirty="0"/>
              <a:t>Screenshots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F469D8A-3F26-542C-C95D-C818BE0F23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132" y="2200422"/>
            <a:ext cx="801181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LOGIN PAGE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Login Page allows users to securely access the application using email and password, with validation and a demo login option for quick access.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49" name="Picture 1">
            <a:extLst>
              <a:ext uri="{FF2B5EF4-FFF2-40B4-BE49-F238E27FC236}">
                <a16:creationId xmlns:a16="http://schemas.microsoft.com/office/drawing/2014/main" id="{F2A6EB35-C1D7-D1BE-DD93-5B95B00274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7789" y="2892422"/>
            <a:ext cx="4639451" cy="3742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7BC02E2A-EECF-CBEC-32E2-DF9FD06C59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216" y="2892423"/>
            <a:ext cx="4580341" cy="225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91A9C-ACB4-9918-ADCC-FC88D2FAF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33114-12EB-1C76-9184-8F4FA5293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Screenshots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D0F1BD4-D9C0-D1E8-596B-2430E3750E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132" y="2200421"/>
            <a:ext cx="801181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PROFILE PAGE</a:t>
            </a:r>
            <a:endParaRPr lang="en-IN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Profile Page displays user details such as name, email, account status, and quick financial statistics, allowing users to view and manage their profile information.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0178732-E097-FCAD-1B3C-41F88C8ED5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216" y="2892423"/>
            <a:ext cx="4580341" cy="225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AB6F60-8A0A-045D-9846-DE718C6FCB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7637" y="2794301"/>
            <a:ext cx="4642802" cy="3777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1104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5A982-B295-456E-012E-767E35D12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C68A3-0FEA-BB2A-685F-9170EFBA9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Screenshots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D4CDC66-A3F0-E76C-BF1E-3251E5D139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132" y="2246588"/>
            <a:ext cx="801181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DASHBOARD PAGE</a:t>
            </a:r>
            <a:endParaRPr lang="en-IN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Dashboard provides an overview of budget, total expenses, and remaining balance, along with options to add, edit, and delete expense transactions in real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B5E6E99-3435-3F0A-6332-442DE7D6D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216" y="2892423"/>
            <a:ext cx="4580341" cy="225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112788-BBAD-374A-EC4E-5536D55A46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2096" y="2892424"/>
            <a:ext cx="4084320" cy="399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8128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241CA-D9A3-F819-F52E-1E5D94E1F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B27EA-FA13-C351-B237-F1882F8A5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Screenshots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5750724-9A9D-B895-6F12-5468C10378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132" y="2246587"/>
            <a:ext cx="801181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ANALYTICS PAGE</a:t>
            </a:r>
            <a:endParaRPr lang="en-IN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Analytics Page offers detailed financial insights through filters, category-wise breakdowns, and key metrics such as most expensive category and balance status.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8345AA9-868D-B312-FCE3-B669BF1052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216" y="2892423"/>
            <a:ext cx="4580341" cy="225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DE8D25-1EDF-8F31-6763-5C6EC4B5A5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0971" y="3043927"/>
            <a:ext cx="4409279" cy="3279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5797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F6400-D903-3807-1653-BEA778B4F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A2B01-E480-976B-531A-681E14EF3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Screenshots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CC405AF-11E1-5510-C1CC-4899C518C6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132" y="2200421"/>
            <a:ext cx="801181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>
                <a:latin typeface="Calibri" panose="020F0502020204030204" pitchFamily="34" charset="0"/>
                <a:cs typeface="Times New Roman" panose="02020603050405020304" pitchFamily="18" charset="0"/>
              </a:rPr>
              <a:t>5. CHARTS PAGE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Charts Page visually represents spending patterns using pie and bar charts, helping users analyse expenses by category and month effectively.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15A61F7-DF05-27F6-033B-DEE81D5290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216" y="2892423"/>
            <a:ext cx="4580341" cy="225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6702EA-9B68-B1AF-3124-D949F68DAB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0761" y="2662086"/>
            <a:ext cx="3765239" cy="4235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6427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38418-156C-CB36-5A54-C8D34F16E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1C12E-7A2A-64AE-C1DA-6FEC93B73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Screenshots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C301011-B6F6-6B40-F14A-BD25A94437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132" y="2246587"/>
            <a:ext cx="801181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 SUMMARY PAGE</a:t>
            </a:r>
            <a:endParaRPr lang="en-IN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Summary Page presents a consolidated financial overview including total budget, expenses, balance, spending rate, and transaction analysis for quick decision-making.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DDC860A-0E1F-FDB0-E2B5-BFE023B065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216" y="2892423"/>
            <a:ext cx="4580341" cy="225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D21E3BD-3945-0703-9B27-B1DDA1D772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2368" y="2870965"/>
            <a:ext cx="4669536" cy="3885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439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Connectivity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Uses </a:t>
            </a:r>
            <a:r>
              <a:rPr lang="en-IN" b="1" dirty="0"/>
              <a:t>browser </a:t>
            </a:r>
            <a:r>
              <a:rPr lang="en-IN" b="1" dirty="0" err="1"/>
              <a:t>localStorage</a:t>
            </a:r>
            <a:r>
              <a:rPr lang="en-IN" dirty="0"/>
              <a:t> instead of traditional database</a:t>
            </a:r>
          </a:p>
          <a:p>
            <a:r>
              <a:rPr lang="en-IN" dirty="0"/>
              <a:t>Data stored in JSON format</a:t>
            </a:r>
          </a:p>
          <a:p>
            <a:r>
              <a:rPr lang="en-IN" dirty="0"/>
              <a:t>Supports Create, Read, Update, Delete operations</a:t>
            </a:r>
          </a:p>
          <a:p>
            <a:r>
              <a:rPr lang="en-IN" dirty="0"/>
              <a:t>Data persists even after page reload</a:t>
            </a:r>
          </a:p>
          <a:p>
            <a:r>
              <a:rPr lang="en-IN" dirty="0"/>
              <a:t>Ensures privacy and offline functionality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Accurate expense tracking and budget updates</a:t>
            </a:r>
            <a:endParaRPr dirty="0"/>
          </a:p>
          <a:p>
            <a:r>
              <a:rPr lang="en-US" dirty="0"/>
              <a:t>Real-time dashboard and analytics</a:t>
            </a:r>
          </a:p>
          <a:p>
            <a:r>
              <a:rPr lang="en-US" dirty="0"/>
              <a:t>Charts update dynamically based on data</a:t>
            </a:r>
            <a:endParaRPr dirty="0"/>
          </a:p>
          <a:p>
            <a:r>
              <a:rPr lang="en-US" dirty="0"/>
              <a:t>Data retained after refresh</a:t>
            </a:r>
          </a:p>
          <a:p>
            <a:r>
              <a:rPr lang="en-US" dirty="0"/>
              <a:t>High usability and stable performance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Successfully developed a lightweight PFM application</a:t>
            </a:r>
          </a:p>
          <a:p>
            <a:r>
              <a:rPr lang="en-US" dirty="0"/>
              <a:t>Meets all projects objectives</a:t>
            </a:r>
          </a:p>
          <a:p>
            <a:r>
              <a:rPr lang="en-US" dirty="0"/>
              <a:t>Suitable for students and first-time budgeters</a:t>
            </a: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Cloud synchronization</a:t>
            </a:r>
          </a:p>
          <a:p>
            <a:r>
              <a:rPr lang="en-US" dirty="0"/>
              <a:t>User authentication</a:t>
            </a:r>
          </a:p>
          <a:p>
            <a:r>
              <a:rPr lang="en-US" dirty="0"/>
              <a:t>Bank Integration</a:t>
            </a:r>
          </a:p>
          <a:p>
            <a:r>
              <a:rPr lang="en-US" dirty="0"/>
              <a:t>AI- based spending predictions</a:t>
            </a:r>
          </a:p>
          <a:p>
            <a:r>
              <a:rPr lang="en-US" dirty="0"/>
              <a:t>Mobile app support</a:t>
            </a: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37177-2CB7-B5D8-B872-BB59EAD3A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7C7DA-E765-A4CF-0E3A-51F1B463BF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01AF36-A10A-B034-9C65-8470FF5EBE33}"/>
              </a:ext>
            </a:extLst>
          </p:cNvPr>
          <p:cNvSpPr/>
          <p:nvPr/>
        </p:nvSpPr>
        <p:spPr>
          <a:xfrm>
            <a:off x="2549653" y="2967335"/>
            <a:ext cx="404469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74210751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53</TotalTime>
  <Words>460</Words>
  <Application>Microsoft Office PowerPoint</Application>
  <PresentationFormat>On-screen Show (4:3)</PresentationFormat>
  <Paragraphs>85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Century Gothic</vt:lpstr>
      <vt:lpstr>Wingdings 3</vt:lpstr>
      <vt:lpstr>Ion Boardroom</vt:lpstr>
      <vt:lpstr>Client-Side Personal Finance Management (PFM) Web Application</vt:lpstr>
      <vt:lpstr>Abstract</vt:lpstr>
      <vt:lpstr>Introduction</vt:lpstr>
      <vt:lpstr>Objectives</vt:lpstr>
      <vt:lpstr>System Architecture</vt:lpstr>
      <vt:lpstr>Architecture Diagram</vt:lpstr>
      <vt:lpstr>Existing System &amp; Disadvantages</vt:lpstr>
      <vt:lpstr>Proposed System</vt:lpstr>
      <vt:lpstr>User Interface</vt:lpstr>
      <vt:lpstr>Application Screenshots</vt:lpstr>
      <vt:lpstr>Application Screenshots</vt:lpstr>
      <vt:lpstr>Application Screenshots</vt:lpstr>
      <vt:lpstr>Application Screenshots</vt:lpstr>
      <vt:lpstr>Application Screenshots</vt:lpstr>
      <vt:lpstr>Application Screenshots</vt:lpstr>
      <vt:lpstr>Database Connectivity</vt:lpstr>
      <vt:lpstr>Results</vt:lpstr>
      <vt:lpstr>Conclusion</vt:lpstr>
      <vt:lpstr>Future Enhancements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VISHWA</dc:creator>
  <cp:keywords/>
  <dc:description>generated using python-pptx</dc:description>
  <cp:lastModifiedBy>VISHWA TEJA</cp:lastModifiedBy>
  <cp:revision>4</cp:revision>
  <dcterms:created xsi:type="dcterms:W3CDTF">2013-01-27T09:14:16Z</dcterms:created>
  <dcterms:modified xsi:type="dcterms:W3CDTF">2026-01-06T06:49:16Z</dcterms:modified>
  <cp:category/>
</cp:coreProperties>
</file>